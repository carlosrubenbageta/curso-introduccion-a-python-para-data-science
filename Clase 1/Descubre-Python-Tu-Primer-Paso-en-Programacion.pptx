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DM Sans Semi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85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83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community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9265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Descubre Python: Tu Primer Paso en Programación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5915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 es un lenguaje ideal para principiantes. Su sintaxis es clara y legible. Veremos cómo Python facilita la programación.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657017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2E7E2F"/>
          </a:solidFill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/>
          </a:p>
        </p:txBody>
      </p:sp>
      <p:sp>
        <p:nvSpPr>
          <p:cNvPr id="6" name="Text 3"/>
          <p:cNvSpPr/>
          <p:nvPr/>
        </p:nvSpPr>
        <p:spPr>
          <a:xfrm>
            <a:off x="6393775" y="5789652"/>
            <a:ext cx="135612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640110"/>
            <a:ext cx="247483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 Carlos Bageta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9322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¿Qué Hace a Python Tan Especial?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Sintaxis Sencilla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Similar al inglés, Python es fácil de entender.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Multi-Paradigma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Soporta programación orientada a objetos y funcional.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Interpretado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396859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necesitas compilar, agilizando el desarrollo.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Extensible 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396859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 integra fácilmente con otros lenguajes como C, C++ y Java.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5559"/>
            <a:ext cx="9322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¿Qué Hace a Python Tan Especial?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91314"/>
            <a:ext cx="36812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Amplia biblioteca estándar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72458"/>
            <a:ext cx="62460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Incluye módulos para tareas comunes, como manejo de archivos, conexiones web y matemáticas. Más adelante veremos los casos de uso más frecuentes.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600831" y="2891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Comunidad activa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00831" y="3472458"/>
            <a:ext cx="62432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Gran soporte y recursos disponibles en línea.</a:t>
            </a:r>
            <a:endParaRPr lang="en-US" sz="1750" dirty="0"/>
          </a:p>
        </p:txBody>
      </p:sp>
      <p:pic>
        <p:nvPicPr>
          <p:cNvPr id="7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831" y="4090511"/>
            <a:ext cx="6243280" cy="2268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0999" y="942023"/>
            <a:ext cx="6578679" cy="539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Python en Acción: Áreas de Uso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090999" y="1935361"/>
            <a:ext cx="388620" cy="3886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5" name="Text 2"/>
          <p:cNvSpPr/>
          <p:nvPr/>
        </p:nvSpPr>
        <p:spPr>
          <a:xfrm>
            <a:off x="6155769" y="1967746"/>
            <a:ext cx="259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652379" y="1935361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Desarrollo Web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52379" y="2308860"/>
            <a:ext cx="3319701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Crea aplicaciones robustas con Django y Flask.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144839" y="1935361"/>
            <a:ext cx="388620" cy="3886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9" name="Text 6"/>
          <p:cNvSpPr/>
          <p:nvPr/>
        </p:nvSpPr>
        <p:spPr>
          <a:xfrm>
            <a:off x="10209609" y="1967746"/>
            <a:ext cx="259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706219" y="1935361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Ciencia de Datos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706219" y="2308860"/>
            <a:ext cx="3319701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Analiza y visualiza datos con Pandas y NumPy.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90999" y="3228618"/>
            <a:ext cx="388620" cy="3886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0"/>
          <p:cNvSpPr/>
          <p:nvPr/>
        </p:nvSpPr>
        <p:spPr>
          <a:xfrm>
            <a:off x="6155769" y="3261003"/>
            <a:ext cx="259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652379" y="3228618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Inteligencia Artificial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52379" y="3602117"/>
            <a:ext cx="3319701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Desarrolla modelos con TensorFlow y PyTorch.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144839" y="3228618"/>
            <a:ext cx="388620" cy="3886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4"/>
          <p:cNvSpPr/>
          <p:nvPr/>
        </p:nvSpPr>
        <p:spPr>
          <a:xfrm>
            <a:off x="10209609" y="3261003"/>
            <a:ext cx="259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706219" y="3228618"/>
            <a:ext cx="285071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Automatización y scripting 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706219" y="3602117"/>
            <a:ext cx="3319701" cy="82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Ideal para tareas repetitivas, como manejo de archivos o automatización de sistemas.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090999" y="4798219"/>
            <a:ext cx="388620" cy="3886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1" name="Text 18"/>
          <p:cNvSpPr/>
          <p:nvPr/>
        </p:nvSpPr>
        <p:spPr>
          <a:xfrm>
            <a:off x="6155769" y="4830604"/>
            <a:ext cx="259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652379" y="4798219"/>
            <a:ext cx="2344103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Desarrollo de software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652379" y="5171718"/>
            <a:ext cx="3319701" cy="82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Utilizado para crear aplicaciones de escritorio y herramientas de productividad.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144839" y="4798219"/>
            <a:ext cx="388620" cy="3886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5" name="Text 22"/>
          <p:cNvSpPr/>
          <p:nvPr/>
        </p:nvSpPr>
        <p:spPr>
          <a:xfrm>
            <a:off x="10209609" y="4830604"/>
            <a:ext cx="259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0706219" y="4798219"/>
            <a:ext cx="3319701" cy="53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DevOps y administración de sistemas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0706219" y="5441633"/>
            <a:ext cx="3319701" cy="82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Herramientas como Ansible y Docker utilizan Python para automatizar infraestructuras.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6090999" y="6637734"/>
            <a:ext cx="388620" cy="38862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9" name="Text 26"/>
          <p:cNvSpPr/>
          <p:nvPr/>
        </p:nvSpPr>
        <p:spPr>
          <a:xfrm>
            <a:off x="6155769" y="6670119"/>
            <a:ext cx="25908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652379" y="6637734"/>
            <a:ext cx="215943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Finanzas y trading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6652379" y="7011233"/>
            <a:ext cx="737342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Ampliamente utilizado en análisis financiero y algoritmos de trading.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3183" y="552450"/>
            <a:ext cx="7737634" cy="125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Empresas Que Confían en Python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83" y="2109430"/>
            <a:ext cx="502206" cy="5022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3183" y="2812494"/>
            <a:ext cx="237827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Google 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703183" y="3246834"/>
            <a:ext cx="237827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Python en servicios clave.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2804" y="2109430"/>
            <a:ext cx="502206" cy="5022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82804" y="2812494"/>
            <a:ext cx="237827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Meta 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3382804" y="3246834"/>
            <a:ext cx="237827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 usa para infraestructura y datos.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424" y="2109430"/>
            <a:ext cx="502206" cy="5022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62424" y="2812494"/>
            <a:ext cx="237827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Netflix 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062424" y="3246834"/>
            <a:ext cx="2378273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sistemas de recomendaciones de contenido.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83" y="4813578"/>
            <a:ext cx="502206" cy="50220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03183" y="5516642"/>
            <a:ext cx="237827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Instagram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703183" y="5950982"/>
            <a:ext cx="2378273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Desarrollado principalmente con Django (framework de Python).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703183" y="7356872"/>
            <a:ext cx="2378273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2804" y="4813578"/>
            <a:ext cx="502206" cy="50220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382804" y="5516642"/>
            <a:ext cx="237827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Spotify</a:t>
            </a:r>
            <a:endParaRPr lang="en-US" sz="1950" dirty="0"/>
          </a:p>
        </p:txBody>
      </p:sp>
      <p:sp>
        <p:nvSpPr>
          <p:cNvPr id="19" name="Text 11"/>
          <p:cNvSpPr/>
          <p:nvPr/>
        </p:nvSpPr>
        <p:spPr>
          <a:xfrm>
            <a:off x="3382804" y="5950982"/>
            <a:ext cx="2378273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Para análisis de datos y recomendaciones musicales.</a:t>
            </a:r>
            <a:endParaRPr lang="en-US" sz="15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24" y="4813578"/>
            <a:ext cx="502206" cy="50220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062424" y="5516642"/>
            <a:ext cx="2378273" cy="31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NASA</a:t>
            </a:r>
            <a:endParaRPr lang="en-US" sz="1950" dirty="0"/>
          </a:p>
        </p:txBody>
      </p:sp>
      <p:sp>
        <p:nvSpPr>
          <p:cNvPr id="22" name="Text 13"/>
          <p:cNvSpPr/>
          <p:nvPr/>
        </p:nvSpPr>
        <p:spPr>
          <a:xfrm>
            <a:off x="6062424" y="5950982"/>
            <a:ext cx="237827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 proyectos científicos y análisis espaciales.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4108"/>
            <a:ext cx="91062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Empresas Que Confían en Python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711" y="2629018"/>
            <a:ext cx="9939047" cy="52727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4324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4018"/>
            <a:ext cx="6946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Ventajas Clave de Python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62958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68022" y="19897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Gratis: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268022" y="2480191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Python y sus 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librerías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están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disponibles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gratuitamente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</a:t>
            </a:r>
            <a:r>
              <a:rPr lang="en-US" sz="1750" dirty="0" err="1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en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Internet.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123843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68022" y="33506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Multiplataforma: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268022" y="3841075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Trabaja con las plataformas mas tradicionales; Windows, Linux, MacOs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84727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8022" y="47115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Gran Ecosistema: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268022" y="5201960"/>
            <a:ext cx="115685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gran cantidad de módulos y paquetes de código abierto que están disponibles para su uso en proyectos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845612"/>
            <a:ext cx="1134070" cy="16698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268022" y="60724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Escalable: 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268022" y="6562844"/>
            <a:ext cx="115685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diseñado para expandirse o reducirse según las necesidades del usuario o las demandas del mercado (adaptabilidad)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771"/>
            <a:ext cx="66921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El Ecosistema de Python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80711"/>
            <a:ext cx="4196358" cy="2758559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4" name="Text 2"/>
          <p:cNvSpPr/>
          <p:nvPr/>
        </p:nvSpPr>
        <p:spPr>
          <a:xfrm>
            <a:off x="1020604" y="2107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Pandas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259794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Análisis y manipulación de datos.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1880711"/>
            <a:ext cx="4196358" cy="2758559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7" name="Text 5"/>
          <p:cNvSpPr/>
          <p:nvPr/>
        </p:nvSpPr>
        <p:spPr>
          <a:xfrm>
            <a:off x="5443776" y="2107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Scikit-learn</a:t>
            </a: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2597944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Ofrece herramientas simples y eficientes para análisis predictivo y machine learning, incluyendo algoritmos de clasificación, regresión y clustering.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1880711"/>
            <a:ext cx="4196358" cy="2758559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0" name="Text 8"/>
          <p:cNvSpPr/>
          <p:nvPr/>
        </p:nvSpPr>
        <p:spPr>
          <a:xfrm>
            <a:off x="9866948" y="21075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NumPy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259794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Fundamental para cálculos numéricos y manejo de arrays multidimensionales. Es la base de muchas otras librerías científicas.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66084"/>
            <a:ext cx="4196358" cy="2531745"/>
          </a:xfrm>
          <a:prstGeom prst="roundRect">
            <a:avLst>
              <a:gd name="adj" fmla="val 13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3" name="Text 11"/>
          <p:cNvSpPr/>
          <p:nvPr/>
        </p:nvSpPr>
        <p:spPr>
          <a:xfrm>
            <a:off x="1020604" y="5092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Matplotlib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58331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Librería de visualización de datos para crear gráficos estáticos, animados e interactivos.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0604" y="680811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6962" y="4866084"/>
            <a:ext cx="4196358" cy="2531745"/>
          </a:xfrm>
          <a:prstGeom prst="roundRect">
            <a:avLst>
              <a:gd name="adj" fmla="val 13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17" name="Text 15"/>
          <p:cNvSpPr/>
          <p:nvPr/>
        </p:nvSpPr>
        <p:spPr>
          <a:xfrm>
            <a:off x="5443776" y="5092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Seaborn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3776" y="558331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Basada en Matplotlib, facilita la creación de gráficos estadísticos atractivos.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5443776" y="680811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9640133" y="4866084"/>
            <a:ext cx="4196358" cy="2531745"/>
          </a:xfrm>
          <a:prstGeom prst="roundRect">
            <a:avLst>
              <a:gd name="adj" fmla="val 134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_tradnl"/>
          </a:p>
        </p:txBody>
      </p:sp>
      <p:sp>
        <p:nvSpPr>
          <p:cNvPr id="21" name="Text 19"/>
          <p:cNvSpPr/>
          <p:nvPr/>
        </p:nvSpPr>
        <p:spPr>
          <a:xfrm>
            <a:off x="9866948" y="5092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TensorFlow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866948" y="558331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Aprendizaje automático (Machine Learning).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286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Conclusión: ¿Por Qué Aprender Python?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86344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 es poderoso y versátil. Su facilidad de uso y capacidad para resolver problemas lo hacen indispensable. Es parte central del aprendizaje de herramientas para Ciencia de Datos, conjuntamente con SQL (Structured Query Language), para interactuar con bases de datos y programas de visualizacion como Tableau, Locker o Power Bi.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84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¡Comencemos…!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10740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 hora de iniciar este emocionante viaje. Aprender Python abrirá muchas puertas en tu carrera.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088362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8022" y="33151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Aprender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268022" y="380559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Domina los fundamentos de Python.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49247"/>
            <a:ext cx="1134070" cy="13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68022" y="46760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Practicar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268022" y="5166479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Resuelve ejercicios y proyectos reales.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8183"/>
            <a:ext cx="113899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Configuración del Entorno Python (Setup)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60590"/>
            <a:ext cx="3005495" cy="1857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001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Python + IDE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491990"/>
            <a:ext cx="30054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Usa un IDE como VS Code o PyCharm. Configura un entorno virtual para gestionar dependencias.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446" y="1860590"/>
            <a:ext cx="3005614" cy="18574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9446" y="4001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Anaconda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39446" y="4491990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Distribución que incluye Python, conda y muchas librerías preinstaladas. Ideal para empezar rápido.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221" y="1860590"/>
            <a:ext cx="3005614" cy="18574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85221" y="4001572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Python + IDE+ JupyterLab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85221" y="4846320"/>
            <a:ext cx="300561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Entorno interactivo basado en notebooks. Perfecto para explorar datos y prototipado rápido.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997" y="1860590"/>
            <a:ext cx="3005614" cy="18574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30997" y="4001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Google Colab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30997" y="4491990"/>
            <a:ext cx="300561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 una plataforma gratuita que permite crear, ejecutar, almacenar y compartir programas en Python. Está diseñada para la ciencia de datos, el aprendizaje automático y la educación.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0830997" y="7168396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664</Words>
  <Application>Microsoft Office PowerPoint</Application>
  <PresentationFormat>Personalizado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Inter Bold</vt:lpstr>
      <vt:lpstr>Arial</vt:lpstr>
      <vt:lpstr>Inter Medium</vt:lpstr>
      <vt:lpstr>DM Sans Semi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Rubén Bageta</cp:lastModifiedBy>
  <cp:revision>4</cp:revision>
  <dcterms:created xsi:type="dcterms:W3CDTF">2025-03-20T19:55:41Z</dcterms:created>
  <dcterms:modified xsi:type="dcterms:W3CDTF">2025-03-20T20:01:42Z</dcterms:modified>
</cp:coreProperties>
</file>