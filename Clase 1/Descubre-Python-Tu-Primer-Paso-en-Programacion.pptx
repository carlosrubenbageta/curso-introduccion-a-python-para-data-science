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4630400" cy="8229600"/>
  <p:notesSz cx="8229600" cy="14630400"/>
  <p:embeddedFontLst>
    <p:embeddedFont>
      <p:font typeface="DM Sans Semi Bold" panose="020B0604020202020204" charset="0"/>
      <p:regular r:id="rId13"/>
    </p:embeddedFont>
    <p:embeddedFont>
      <p:font typeface="Inter Medium" panose="020B0604020202020204" charset="0"/>
      <p:regular r:id="rId14"/>
    </p:embeddedFont>
  </p:embeddedFontLst>
  <p:defaultTextStyle>
    <a:defPPr>
      <a:defRPr lang="es-ES_trad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0835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community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192655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Descubre Python: Tu Primer Paso en Programación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659154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Python es un lenguaje ideal para principiantes. Su sintaxis es clara y legible. Veremos cómo Python facilita la programación.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5657017"/>
            <a:ext cx="362903" cy="362903"/>
          </a:xfrm>
          <a:prstGeom prst="roundRect">
            <a:avLst>
              <a:gd name="adj" fmla="val 25194296"/>
            </a:avLst>
          </a:prstGeom>
          <a:solidFill>
            <a:srgbClr val="2E7E2F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_tradnl"/>
          </a:p>
        </p:txBody>
      </p:sp>
      <p:sp>
        <p:nvSpPr>
          <p:cNvPr id="6" name="Text 3"/>
          <p:cNvSpPr/>
          <p:nvPr/>
        </p:nvSpPr>
        <p:spPr>
          <a:xfrm>
            <a:off x="6393775" y="5789652"/>
            <a:ext cx="135612" cy="97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CB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6756440" y="5640110"/>
            <a:ext cx="2474833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por Carlos Bageta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539960"/>
            <a:ext cx="932283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¿Qué Hace a Python Tan Especial?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8157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Sintaxis Sencilla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396859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Similar al inglés, Python es fácil de entender.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200406" y="38157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Multi-Paradigma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0406" y="4396859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Soporta programación orientada a objetos y funcional.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607022" y="38157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Interpretado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07022" y="4396859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No necesitas compilar, agilizando el desarrollo.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1013638" y="38157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Extensible 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013638" y="4396859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 integra fácilmente con otros lenguajes como C, C++ y Java.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15559"/>
            <a:ext cx="932283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¿Qué Hace a Python Tan Especial?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91314"/>
            <a:ext cx="368129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Amplia biblioteca estándar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472458"/>
            <a:ext cx="62460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Incluye módulos para tareas comunes, como manejo de archivos, conexiones web y matemáticas. Más adelante veremos los casos de uso más frecuentes.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600831" y="28913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Comunidad activa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600831" y="3472458"/>
            <a:ext cx="62432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Gran soporte y recursos disponibles en línea.</a:t>
            </a:r>
            <a:endParaRPr lang="en-US" sz="1750" dirty="0"/>
          </a:p>
        </p:txBody>
      </p:sp>
      <p:pic>
        <p:nvPicPr>
          <p:cNvPr id="7" name="Image 0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831" y="4090511"/>
            <a:ext cx="6243280" cy="22682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0999" y="942023"/>
            <a:ext cx="6578679" cy="539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Python en Acción: Áreas de Uso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090999" y="1935361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5" name="Text 2"/>
          <p:cNvSpPr/>
          <p:nvPr/>
        </p:nvSpPr>
        <p:spPr>
          <a:xfrm>
            <a:off x="6155769" y="1967746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652379" y="1935361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Desarrollo Web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652379" y="2308860"/>
            <a:ext cx="331970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Crea aplicaciones robustas con Django y Flask.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0144839" y="1935361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9" name="Text 6"/>
          <p:cNvSpPr/>
          <p:nvPr/>
        </p:nvSpPr>
        <p:spPr>
          <a:xfrm>
            <a:off x="10209609" y="1967746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706219" y="1935361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Ciencia de Datos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706219" y="2308860"/>
            <a:ext cx="331970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Analiza y visualiza datos con Pandas y NumPy.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090999" y="3228618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13" name="Text 10"/>
          <p:cNvSpPr/>
          <p:nvPr/>
        </p:nvSpPr>
        <p:spPr>
          <a:xfrm>
            <a:off x="6155769" y="3261003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652379" y="3228618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Inteligencia Artificial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652379" y="3602117"/>
            <a:ext cx="331970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Desarrolla modelos con TensorFlow y PyTorch.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10144839" y="3228618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17" name="Text 14"/>
          <p:cNvSpPr/>
          <p:nvPr/>
        </p:nvSpPr>
        <p:spPr>
          <a:xfrm>
            <a:off x="10209609" y="3261003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0706219" y="3228618"/>
            <a:ext cx="285071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Automatización y scripting 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0706219" y="3602117"/>
            <a:ext cx="3319701" cy="82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Ideal para tareas repetitivas, como manejo de archivos o automatización de sistemas.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090999" y="4798219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21" name="Text 18"/>
          <p:cNvSpPr/>
          <p:nvPr/>
        </p:nvSpPr>
        <p:spPr>
          <a:xfrm>
            <a:off x="6155769" y="4830604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652379" y="4798219"/>
            <a:ext cx="2344103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Desarrollo de software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652379" y="5171718"/>
            <a:ext cx="3319701" cy="82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Utilizado para crear aplicaciones de escritorio y herramientas de productividad.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144839" y="4798219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25" name="Text 22"/>
          <p:cNvSpPr/>
          <p:nvPr/>
        </p:nvSpPr>
        <p:spPr>
          <a:xfrm>
            <a:off x="10209609" y="4830604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0706219" y="4798219"/>
            <a:ext cx="3319701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DevOps y administración de sistemas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10706219" y="5441633"/>
            <a:ext cx="3319701" cy="82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Herramientas como Ansible y Docker utilizan Python para automatizar infraestructuras.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090999" y="6637734"/>
            <a:ext cx="388620" cy="38862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29" name="Text 26"/>
          <p:cNvSpPr/>
          <p:nvPr/>
        </p:nvSpPr>
        <p:spPr>
          <a:xfrm>
            <a:off x="6155769" y="6670119"/>
            <a:ext cx="259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7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652379" y="663773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Finanzas y trading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6652379" y="7011233"/>
            <a:ext cx="737342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Ampliamente utilizado en análisis financiero y algoritmos de trading.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34108"/>
            <a:ext cx="910625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Empresas Que Confían en Python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629018"/>
            <a:ext cx="9275762" cy="52727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643247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1132" y="1304693"/>
            <a:ext cx="4287755" cy="64324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14018"/>
            <a:ext cx="694658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Ventajas Clave de Python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762958"/>
            <a:ext cx="1134070" cy="13608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268022" y="19897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Gratis:</a:t>
            </a:r>
            <a:endParaRPr lang="en-US" sz="2200" b="1" dirty="0"/>
          </a:p>
        </p:txBody>
      </p:sp>
      <p:sp>
        <p:nvSpPr>
          <p:cNvPr id="5" name="Text 2"/>
          <p:cNvSpPr/>
          <p:nvPr/>
        </p:nvSpPr>
        <p:spPr>
          <a:xfrm>
            <a:off x="2268022" y="2480191"/>
            <a:ext cx="115685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Python y sus </a:t>
            </a:r>
            <a:r>
              <a:rPr lang="en-US" sz="1750" dirty="0" err="1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librerías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 </a:t>
            </a:r>
            <a:r>
              <a:rPr lang="en-US" sz="1750" dirty="0" err="1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están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 </a:t>
            </a:r>
            <a:r>
              <a:rPr lang="en-US" sz="1750" dirty="0" err="1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disponibles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 </a:t>
            </a:r>
            <a:r>
              <a:rPr lang="en-US" sz="1750" dirty="0" err="1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gratuitamente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 </a:t>
            </a:r>
            <a:r>
              <a:rPr lang="en-US" sz="1750" dirty="0" err="1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en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</a:rPr>
              <a:t> Internet.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123843"/>
            <a:ext cx="1134070" cy="13608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268022" y="335065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Multiplataforma:</a:t>
            </a:r>
            <a:endParaRPr lang="en-US" sz="2200" b="1" dirty="0"/>
          </a:p>
        </p:txBody>
      </p:sp>
      <p:sp>
        <p:nvSpPr>
          <p:cNvPr id="8" name="Text 4"/>
          <p:cNvSpPr/>
          <p:nvPr/>
        </p:nvSpPr>
        <p:spPr>
          <a:xfrm>
            <a:off x="2268022" y="3841075"/>
            <a:ext cx="115685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Trabaja con las plataformas mas tradicionales; Windows, Linux, MacOs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484727"/>
            <a:ext cx="1134070" cy="136088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268022" y="47115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Gran Ecosistema:</a:t>
            </a:r>
            <a:endParaRPr lang="en-US" sz="2200" b="1" dirty="0"/>
          </a:p>
        </p:txBody>
      </p:sp>
      <p:sp>
        <p:nvSpPr>
          <p:cNvPr id="11" name="Text 6"/>
          <p:cNvSpPr/>
          <p:nvPr/>
        </p:nvSpPr>
        <p:spPr>
          <a:xfrm>
            <a:off x="2268022" y="5201960"/>
            <a:ext cx="115685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gran cantidad de módulos y paquetes de código abierto que están disponibles para su uso en proyectos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5845612"/>
            <a:ext cx="1134070" cy="16698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268022" y="607242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Escalable:</a:t>
            </a: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 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2268022" y="6562844"/>
            <a:ext cx="115685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30303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diseñado para expandirse o reducirse según las necesidades del usuario o las demandas del mercado (adaptabilidad)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31771"/>
            <a:ext cx="669214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El Ecosistema de Python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1880711"/>
            <a:ext cx="4196358" cy="2758559"/>
          </a:xfrm>
          <a:prstGeom prst="roundRect">
            <a:avLst>
              <a:gd name="adj" fmla="val 123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2"/>
          <p:cNvSpPr/>
          <p:nvPr/>
        </p:nvSpPr>
        <p:spPr>
          <a:xfrm>
            <a:off x="1020604" y="21075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Pandas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2597944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Análisis y manipulación de datos.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1880711"/>
            <a:ext cx="4196358" cy="2758559"/>
          </a:xfrm>
          <a:prstGeom prst="roundRect">
            <a:avLst>
              <a:gd name="adj" fmla="val 123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7" name="Text 5"/>
          <p:cNvSpPr/>
          <p:nvPr/>
        </p:nvSpPr>
        <p:spPr>
          <a:xfrm>
            <a:off x="5443776" y="21075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Scikit-learn</a:t>
            </a: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 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2597944"/>
            <a:ext cx="37427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Ofrece herramientas simples y eficientes para análisis predictivo y machine learning, incluyendo algoritmos de clasificación, regresión y clustering.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1880711"/>
            <a:ext cx="4196358" cy="2758559"/>
          </a:xfrm>
          <a:prstGeom prst="roundRect">
            <a:avLst>
              <a:gd name="adj" fmla="val 123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10" name="Text 8"/>
          <p:cNvSpPr/>
          <p:nvPr/>
        </p:nvSpPr>
        <p:spPr>
          <a:xfrm>
            <a:off x="9866948" y="21075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NumPy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2597944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Fundamental para cálculos numéricos y manejo de arrays multidimensionales. Es la base de muchas otras librerías científicas.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4866084"/>
            <a:ext cx="4196358" cy="2531745"/>
          </a:xfrm>
          <a:prstGeom prst="roundRect">
            <a:avLst>
              <a:gd name="adj" fmla="val 1344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13" name="Text 11"/>
          <p:cNvSpPr/>
          <p:nvPr/>
        </p:nvSpPr>
        <p:spPr>
          <a:xfrm>
            <a:off x="1020604" y="50928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Matplotlib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20604" y="558331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Librería de visualización de datos para crear gráficos estáticos, animados e interactivos.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020604" y="6808113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5216962" y="4866084"/>
            <a:ext cx="4196358" cy="2531745"/>
          </a:xfrm>
          <a:prstGeom prst="roundRect">
            <a:avLst>
              <a:gd name="adj" fmla="val 1344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17" name="Text 15"/>
          <p:cNvSpPr/>
          <p:nvPr/>
        </p:nvSpPr>
        <p:spPr>
          <a:xfrm>
            <a:off x="5443776" y="50928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Seaborn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3776" y="558331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Basada en Matplotlib, facilita la creación de gráficos estadísticos atractivos.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5443776" y="6808113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9640133" y="4866084"/>
            <a:ext cx="4196358" cy="2531745"/>
          </a:xfrm>
          <a:prstGeom prst="roundRect">
            <a:avLst>
              <a:gd name="adj" fmla="val 1344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21" name="Text 19"/>
          <p:cNvSpPr/>
          <p:nvPr/>
        </p:nvSpPr>
        <p:spPr>
          <a:xfrm>
            <a:off x="9866948" y="50928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TensorFlow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866948" y="558331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Aprendizaje automático (Machine Learning, Deep Learning).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28624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Conclusión: ¿Por Qué Aprender Python?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086344"/>
            <a:ext cx="7556421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Python es poderoso y versátil. Su facilidad de uso y capacidad para resolver problemas lo hacen indispensable. Es parte central del aprendizaje de herramientas para Ciencia de Datos, conjuntamente con SQL (Structured Query Language), para interactuar con bases de datos y programas de visualizacion como Tableau, Locker o Power Bi.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05846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¡Comencemos…!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10740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 hora de iniciar este emocionante viaje. Aprender Python abrirá muchas puertas en tu carrera.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088362"/>
            <a:ext cx="1134070" cy="13608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268022" y="33151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Aprender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268022" y="3805595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Domina los fundamentos de Python.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449247"/>
            <a:ext cx="1134070" cy="13608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268022" y="46760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Practicar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2268022" y="5166479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Resuelve ejercicios y proyectos reales.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50062" y="672647"/>
            <a:ext cx="113899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Configuración del Entorno Python (Setup)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860590"/>
            <a:ext cx="3005495" cy="18574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400157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Python + IDE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525443"/>
            <a:ext cx="300549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Usa un IDE como VS Code o PyCharm. Configura un entorno virtual para gestionar dependencias.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446" y="1860590"/>
            <a:ext cx="3005614" cy="18574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39446" y="4001571"/>
            <a:ext cx="2835235" cy="615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Anaconda (o Mini </a:t>
            </a:r>
          </a:p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Anaconda)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4139445" y="4917400"/>
            <a:ext cx="300561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Distribución que incluye Python, conda y muchas librerías preinstaladas. Ideal para empezar rápido.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5221" y="1860590"/>
            <a:ext cx="3005614" cy="185749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85221" y="4001572"/>
            <a:ext cx="300561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Python + IDE+ JupyterLab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7485221" y="4846320"/>
            <a:ext cx="300561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Entorno interactivo basado en notebooks. Perfecto para explorar datos y prototipado rápido.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0997" y="1860590"/>
            <a:ext cx="3005614" cy="185749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830997" y="400157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Google Colab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1001375" y="4605452"/>
            <a:ext cx="3005614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 una plataforma gratuita que permite crear, ejecutar, almacenar y compartir programas en Python. Está diseñada para la ciencia de datos, el aprendizaje automático y la educación.</a:t>
            </a:r>
            <a:endParaRPr lang="en-US" sz="1750" dirty="0"/>
          </a:p>
        </p:txBody>
      </p:sp>
      <p:sp>
        <p:nvSpPr>
          <p:cNvPr id="15" name="Text 9"/>
          <p:cNvSpPr/>
          <p:nvPr/>
        </p:nvSpPr>
        <p:spPr>
          <a:xfrm>
            <a:off x="10830997" y="7168396"/>
            <a:ext cx="300561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616</Words>
  <Application>Microsoft Office PowerPoint</Application>
  <PresentationFormat>Personalizado</PresentationFormat>
  <Paragraphs>91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Inter Medium</vt:lpstr>
      <vt:lpstr>Inter Bold</vt:lpstr>
      <vt:lpstr>DM Sans Semi Bold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Carlos Rubén Bageta</cp:lastModifiedBy>
  <cp:revision>6</cp:revision>
  <dcterms:created xsi:type="dcterms:W3CDTF">2025-03-20T19:55:41Z</dcterms:created>
  <dcterms:modified xsi:type="dcterms:W3CDTF">2026-04-01T17:27:24Z</dcterms:modified>
</cp:coreProperties>
</file>